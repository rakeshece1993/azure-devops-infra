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061B1B-9E6D-0FE1-2CAB-33693C7BEAF3}" v="38" dt="2026-08-22T12:42:32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umar" userId="S::rakeshk@tekion.com::4b6f7442-5b71-485c-85a3-45ddc5482f1a" providerId="AD" clId="Web-{68061B1B-9E6D-0FE1-2CAB-33693C7BEAF3}"/>
    <pc:docChg chg="addSld delSld modSld modNotesMaster">
      <pc:chgData name="Rakesh Kumar" userId="S::rakeshk@tekion.com::4b6f7442-5b71-485c-85a3-45ddc5482f1a" providerId="AD" clId="Web-{68061B1B-9E6D-0FE1-2CAB-33693C7BEAF3}" dt="2026-08-22T12:42:32.663" v="39" actId="1076"/>
      <pc:docMkLst>
        <pc:docMk/>
      </pc:docMkLst>
      <pc:sldChg chg="modSp mod setBg">
        <pc:chgData name="Rakesh Kumar" userId="S::rakeshk@tekion.com::4b6f7442-5b71-485c-85a3-45ddc5482f1a" providerId="AD" clId="Web-{68061B1B-9E6D-0FE1-2CAB-33693C7BEAF3}" dt="2026-08-22T12:40:38.302" v="35" actId="20577"/>
        <pc:sldMkLst>
          <pc:docMk/>
          <pc:sldMk cId="0" sldId="256"/>
        </pc:sldMkLst>
        <pc:spChg chg="mod">
          <ac:chgData name="Rakesh Kumar" userId="S::rakeshk@tekion.com::4b6f7442-5b71-485c-85a3-45ddc5482f1a" providerId="AD" clId="Web-{68061B1B-9E6D-0FE1-2CAB-33693C7BEAF3}" dt="2026-08-22T12:40:38.302" v="35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6"/>
            <ac:spMk id="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6"/>
            <ac:spMk id="1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6"/>
            <ac:spMk id="21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57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7"/>
            <ac:spMk id="23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58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8"/>
            <ac:spMk id="23" creationId="{00000000-0000-0000-0000-000000000000}"/>
          </ac:spMkLst>
        </pc:spChg>
      </pc:sldChg>
      <pc:sldChg chg="delSp 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59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9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9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15" creationId="{00000000-0000-0000-0000-000000000000}"/>
          </ac:spMkLst>
        </pc:spChg>
        <pc:spChg chg="del">
          <ac:chgData name="Rakesh Kumar" userId="S::rakeshk@tekion.com::4b6f7442-5b71-485c-85a3-45ddc5482f1a" providerId="AD" clId="Web-{68061B1B-9E6D-0FE1-2CAB-33693C7BEAF3}" dt="2026-08-22T12:22:41.972" v="3"/>
          <ac:spMkLst>
            <pc:docMk/>
            <pc:sldMk cId="0" sldId="259"/>
            <ac:spMk id="16" creationId="{00000000-0000-0000-0000-000000000000}"/>
          </ac:spMkLst>
        </pc:spChg>
        <pc:spChg chg="del">
          <ac:chgData name="Rakesh Kumar" userId="S::rakeshk@tekion.com::4b6f7442-5b71-485c-85a3-45ddc5482f1a" providerId="AD" clId="Web-{68061B1B-9E6D-0FE1-2CAB-33693C7BEAF3}" dt="2026-08-22T12:22:41.972" v="2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59"/>
            <ac:spMk id="19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0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3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3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0"/>
            <ac:spMk id="3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4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0"/>
            <ac:spMk id="44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1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3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3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3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3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3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4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4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1"/>
            <ac:spMk id="48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41:43.803" v="36" actId="1076"/>
        <pc:sldMkLst>
          <pc:docMk/>
          <pc:sldMk cId="0" sldId="262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2"/>
            <ac:spMk id="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2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41:43.803" v="3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2"/>
            <ac:spMk id="2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2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2"/>
            <ac:spMk id="24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3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2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3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3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3"/>
            <ac:spMk id="35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4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4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2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2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2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3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4"/>
            <ac:spMk id="34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5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2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3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3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3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4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4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5"/>
            <ac:spMk id="4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4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4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4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5"/>
            <ac:spMk id="52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38:27.144" v="11"/>
        <pc:sldMkLst>
          <pc:docMk/>
          <pc:sldMk cId="0" sldId="266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1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6"/>
            <ac:spMk id="2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6"/>
            <ac:spMk id="2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6"/>
            <ac:spMk id="26" creationId="{00000000-0000-0000-0000-000000000000}"/>
          </ac:spMkLst>
        </pc:spChg>
      </pc:sldChg>
      <pc:sldChg chg="modSp mod setBg">
        <pc:chgData name="Rakesh Kumar" userId="S::rakeshk@tekion.com::4b6f7442-5b71-485c-85a3-45ddc5482f1a" providerId="AD" clId="Web-{68061B1B-9E6D-0FE1-2CAB-33693C7BEAF3}" dt="2026-08-22T12:42:32.663" v="39" actId="1076"/>
        <pc:sldMkLst>
          <pc:docMk/>
          <pc:sldMk cId="0" sldId="267"/>
        </pc:sldMkLst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4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5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8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9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16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26:01.272" v="5"/>
          <ac:spMkLst>
            <pc:docMk/>
            <pc:sldMk cId="0" sldId="267"/>
            <ac:spMk id="20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42:28.429" v="38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42:32.663" v="39" actId="107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Rakesh Kumar" userId="S::rakeshk@tekion.com::4b6f7442-5b71-485c-85a3-45ddc5482f1a" providerId="AD" clId="Web-{68061B1B-9E6D-0FE1-2CAB-33693C7BEAF3}" dt="2026-08-22T12:38:27.144" v="11"/>
          <ac:spMkLst>
            <pc:docMk/>
            <pc:sldMk cId="0" sldId="267"/>
            <ac:spMk id="23" creationId="{00000000-0000-0000-0000-000000000000}"/>
          </ac:spMkLst>
        </pc:spChg>
      </pc:sldChg>
      <pc:sldChg chg="new del">
        <pc:chgData name="Rakesh Kumar" userId="S::rakeshk@tekion.com::4b6f7442-5b71-485c-85a3-45ddc5482f1a" providerId="AD" clId="Web-{68061B1B-9E6D-0FE1-2CAB-33693C7BEAF3}" dt="2026-08-22T12:27:13.195" v="7"/>
        <pc:sldMkLst>
          <pc:docMk/>
          <pc:sldMk cId="1096329012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22B9C-4604-43E8-A54C-44EF64543DCB}" type="datetimeFigureOut">
              <a:t>22/08/2026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CD423-FBC5-4367-9D52-19B69EF3930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05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DEVOPS · CI/CD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737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2000"/>
              </a:lnSpc>
            </a:pPr>
            <a:r>
              <a:rPr lang="en-US" sz="5400" b="1">
                <a:solidFill>
                  <a:srgbClr val="1F2933"/>
                </a:solidFill>
                <a:latin typeface="Arial"/>
                <a:ea typeface="Arial" pitchFamily="34" charset="-122"/>
                <a:cs typeface="Arial"/>
              </a:rPr>
              <a:t>Azure DevOps,</a:t>
            </a:r>
            <a:endParaRPr lang="en-US" sz="5400" dirty="0">
              <a:latin typeface="Arial"/>
              <a:cs typeface="Arial"/>
            </a:endParaRPr>
          </a:p>
          <a:p>
            <a:pPr>
              <a:lnSpc>
                <a:spcPct val="102000"/>
              </a:lnSpc>
            </a:pPr>
            <a:r>
              <a:rPr lang="en-US" sz="5400" b="1">
                <a:solidFill>
                  <a:srgbClr val="1F2933"/>
                </a:solidFill>
                <a:latin typeface="Arial"/>
                <a:cs typeface="Arial"/>
              </a:rPr>
              <a:t>CI-CD Pipeline</a:t>
            </a:r>
            <a:endParaRPr lang="en-US" sz="5400" dirty="0"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central-controller pattern for reusable, maintainable CI/CD pipelines — shared across multiple application repositories with a single source of truth for pipeline logic.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47823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4764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REPO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41732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infra-managment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5074920"/>
            <a:ext cx="2011680" cy="0"/>
          </a:xfrm>
          <a:prstGeom prst="line">
            <a:avLst/>
          </a:prstGeom>
          <a:noFill/>
          <a:ln w="19050">
            <a:solidFill>
              <a:srgbClr val="2F6F9F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520440" y="4745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@central-controller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46177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852160" y="478231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85216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4764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REPO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4652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central-controller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pipeline stages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4884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security scans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00050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AKS deploy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7784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F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repos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22" name="Text 20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63040" y="1929384"/>
            <a:ext cx="438912" cy="438912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63040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105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commits to infra-managment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03120" y="2130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or open a Pull Request triggers the pipeline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852928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463040" y="3090672"/>
            <a:ext cx="438912" cy="438912"/>
          </a:xfrm>
          <a:prstGeom prst="ellipse">
            <a:avLst/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63040" y="3090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971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reads azure-pipelines.yml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031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file lives in the app repo — it's the entry point and config, not the logic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3785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4014216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463040" y="4251960"/>
            <a:ext cx="438912" cy="438912"/>
          </a:xfrm>
          <a:prstGeom prst="ellipse">
            <a:avLst/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41330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ci-cd-pipeline/pipeline.yml from central-controller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103120" y="44531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repo is referenced via the @central-controller alias in the resources block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494690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80160" y="5175504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463040" y="5413248"/>
            <a:ext cx="438912" cy="438912"/>
          </a:xfrm>
          <a:prstGeom prst="ellipse">
            <a:avLst/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463040" y="5413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529437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all 12 pipeline stages on the dev-aec-slave agent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103120" y="56144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security scans → unit tests → Docker build → AKS deploy → smoke tests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28" name="Text 26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911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infra-managment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892808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09160" y="1892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REPO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4663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azure-pipelines.yml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entry point
</a:t>
            </a:r>
            <a:r>
              <a:rPr lang="en-US" sz="11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test_app.py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53035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app code + one-line template reference.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logic stored here.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92240" y="1856232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92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19110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central-controller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424160" y="1892808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424160" y="18928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4663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37960" y="24688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6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ci-cd-pipeline/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pipeline.yml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 stages/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checkout-stage.yml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lint-stage.yml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gitleaks-stage.yml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sast-stage.yml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sca-stage.yml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unit-test-stage.yml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sonarqube-stage.yml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docker-build-stage.yml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trivy-stage.yml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push-image-stage.yml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 deploy-stage.yml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 smoke-test-stage.yml</a:t>
            </a:r>
            <a:endParaRPr lang="en-US" sz="96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6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scripts/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YAML That Wires 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infra-managment / azure-pipelines.yml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704" y="1932987"/>
            <a:ext cx="5226489" cy="231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
  repositories:
</a:t>
            </a:r>
            <a:r>
              <a:rPr lang="en-US" sz="10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Register the template repo as an alias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repository: central-controller
    type: "git"
    name: "central-controller/central-controller"
    ref: "refs/heads/main"
stages:
</a:t>
            </a:r>
            <a:r>
              <a:rPr lang="en-US" sz="10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line — pulls entire pipeline from central-controller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template: "ci-cd-pipeline/pipeline.yml@central-controller"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13232" y="44348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alias name (your choice)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13232" y="50292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Azure DevOps path &lt;project&gt;/&lt;repo&gt;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13232" y="56235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@central-controller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Azure DevOps which repo to fetch the file from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central-controller / ci-cd-pipeline/pipeline.yml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73952" y="2029968"/>
            <a:ext cx="497433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
- template: "stages/checkout-stage.yml"
- template: "stages/lint-stage.yml"
- template: "stages/gitleaks-stage.yml"
- template: "stages/sast-stage.yml"
- template: "stages/sca-stage.yml"
- template: "stages/unit-test-stage.yml"
- template: "stages/sonarqube-stage.yml"
- template: "stages/docker-build-stage.yml"
- template: "stages/trivy-stage.yml"
- template: "stages/push-image-stage.yml"
- template: "stages/deploy-stage.yml"
- template: "stages/smoke-test-stage.yml"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12 STAGES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1883664" cy="310896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71600" y="162763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RepoCheckout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38144" y="16276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out source, publishes artifact $(Build.Repository.Name)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901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071116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71600" y="207111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071116"/>
            <a:ext cx="1380744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23160" y="207111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Gitleaks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13632" y="2071116"/>
            <a:ext cx="941832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913632" y="2071116"/>
            <a:ext cx="941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5192" y="2071116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65192" y="2071116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52744" y="207111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runs in parallel — all depend on RepoCheckout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3454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514600"/>
            <a:ext cx="1527048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71600" y="251460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81528" y="25146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all 4 parallel stages · pytest + coverage report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51560" y="27889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958084"/>
            <a:ext cx="1527048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371600" y="2958084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81528" y="295808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gate — condition: false — disabled until server ready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1560" y="32324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340156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371600" y="340156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34015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buildx --platform linux/amd64 (agent is ARM64, AKS is AMD64)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36758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3845052"/>
            <a:ext cx="1527048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371600" y="384505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TrivyScan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81528" y="384505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CVE scan — exits with code 1 on CRITICAL/HIGH unfixed CVEs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51560" y="41193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0" y="4288536"/>
            <a:ext cx="1527048" cy="310896"/>
          </a:xfrm>
          <a:prstGeom prst="roundRect">
            <a:avLst>
              <a:gd name="adj" fmla="val 1764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371600" y="42885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PushImage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81528" y="428853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via Service Principal → pushes to ACR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1560" y="4562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71600" y="4732020"/>
            <a:ext cx="1170432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371600" y="47320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24912" y="47320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set image → rollout status wait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1560" y="50063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7280"/>
                </a:solidFill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71600" y="5175504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371600" y="51755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SmokeTests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0" y="517550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/health with retry logic — confirms live deployment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46" name="Text 44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2–5 · PARALLEL 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572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code style before any tests run.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704088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27048" y="452628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527048" y="4526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41448" y="4526280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441448" y="4526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47288" y="16916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447288" y="1691640"/>
            <a:ext cx="2697480" cy="4572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630168" y="1920240"/>
            <a:ext cx="1316736" cy="274320"/>
          </a:xfrm>
          <a:prstGeom prst="roundRect">
            <a:avLst>
              <a:gd name="adj" fmla="val 200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30168" y="19202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Gitleaks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30168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30168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for leaked API keys, tokens, passwords in source. Arch-aware binary download (x64/arm64).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30168" y="4526280"/>
            <a:ext cx="1179576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30168" y="452628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gitleaks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01184" y="4526280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901184" y="4526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v8.18.4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45936" y="16916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345936" y="1691640"/>
            <a:ext cx="2697480" cy="4572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528816" y="1920240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528816" y="192024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28816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 Security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28816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security bugs in Python source code before it runs anywhere.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28816" y="4526280"/>
            <a:ext cx="941832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528816" y="452628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562088" y="4526280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562088" y="4526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semgrep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244584" y="169164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9244584" y="1691640"/>
            <a:ext cx="2697480" cy="4572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9427464" y="1920240"/>
            <a:ext cx="722376" cy="274320"/>
          </a:xfrm>
          <a:prstGeom prst="roundRect">
            <a:avLst>
              <a:gd name="adj" fmla="val 2000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9427464" y="192024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27464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27464" y="28803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third-party dependencies in requirements.txt for known CVEs.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427464" y="4526280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9427464" y="452628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pip-audit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817352" y="4526280"/>
            <a:ext cx="941832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0817352" y="4526280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48640" y="5257800"/>
            <a:ext cx="11393424" cy="777240"/>
          </a:xfrm>
          <a:prstGeom prst="roundRect">
            <a:avLst>
              <a:gd name="adj" fmla="val 9412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777240" y="5257800"/>
            <a:ext cx="10936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stages run </a:t>
            </a:r>
            <a:r>
              <a:rPr lang="en-US" sz="11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all depend on RepoCheckout and download the same artifact. UnitTests waits for all 4 to succeed.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0" dirty="0"/>
          </a:p>
        </p:txBody>
      </p:sp>
      <p:sp>
        <p:nvSpPr>
          <p:cNvPr id="49" name="Text 47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8–9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Build &amp; Scan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DockerBuild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build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877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on ARM64 (aarch64) but AKS pods run AMD64. docker buildx with --platform linux/amd64 solves this.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31520" y="3172968"/>
            <a:ext cx="4983480" cy="621792"/>
          </a:xfrm>
          <a:prstGeom prst="roundRect">
            <a:avLst>
              <a:gd name="adj" fmla="val 11765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96112" y="3173159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buildx build \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--platform linux/amd64</a:t>
            </a:r>
            <a:r>
              <a:rPr lang="en-US" sz="10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--tag $(ACR)/$(IMAGE):$(TAG)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41422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41655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stage installs deps → final stage copies only /install — no build tools in production image. Runs as non-root appuser.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TrivyScan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CVE Scanning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258775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8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built Docker image for known vulnerabilities. Fails the pipeline on CRITICAL or HIGH severity unfixed CVEs.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92240" y="3172968"/>
            <a:ext cx="4983480" cy="621792"/>
          </a:xfrm>
          <a:prstGeom prst="roundRect">
            <a:avLst>
              <a:gd name="adj" fmla="val 11765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656832" y="3282696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image \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--severity CRITICAL,HIGH --exit-code 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492240" y="4142232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--ignore-unfixed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CVEs with no available fix — prevents blocking on OS-level vulnerabilities with no upstream patch.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 10–12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4864" cy="137160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81328" cy="292608"/>
          </a:xfrm>
          <a:prstGeom prst="roundRect">
            <a:avLst>
              <a:gd name="adj" fmla="val 18750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2888" y="1627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Azure Container Registry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using Service Principal credentials from the az-keyvault-authn variable group (Key Vault linked). Tags image with Build ID.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557016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login --service-principal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89704" y="2468880"/>
            <a:ext cx="1655064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489704" y="2468880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acr login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54496" y="2468880"/>
            <a:ext cx="1536192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254496" y="24688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11064240" cy="1810512"/>
          </a:xfrm>
          <a:prstGeom prst="roundRect">
            <a:avLst>
              <a:gd name="adj" fmla="val 4040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54864" cy="1810512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22960" y="3145536"/>
            <a:ext cx="1124712" cy="292608"/>
          </a:xfrm>
          <a:prstGeom prst="roundRect">
            <a:avLst>
              <a:gd name="adj" fmla="val 1875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22960" y="314553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31272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AKS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493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AKS credentials via az aks get-credentials, then updates the deployment image in-place. Waits for rollout to complete (120s timeout).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913632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87552" y="4023360"/>
            <a:ext cx="10003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deployment/$(DEPLOY) \
</a:t>
            </a:r>
            <a:r>
              <a:rPr lang="en-US" sz="105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$(CONTAINER)=$(ACR)/$(IMAGE):$(TAG)
</a:t>
            </a:r>
            <a:r>
              <a:rPr lang="en-US" sz="105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deployment/$(DEPLOY) --timeout=120s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1947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8640" y="4919472"/>
            <a:ext cx="54864" cy="137160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22960" y="5084064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2960" y="5084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SmokeTests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506577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Health Check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/health endpoint with retry logic (5 attempts, 10s delay). Fails pipeline if app never responds 200.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5907024"/>
            <a:ext cx="1655064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22960" y="590702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/health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87752" y="5907024"/>
            <a:ext cx="1298448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587752" y="59070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 × 5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95928" y="5907024"/>
            <a:ext cx="1892808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995928" y="5907024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check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0" dirty="0"/>
          </a:p>
        </p:txBody>
      </p:sp>
      <p:sp>
        <p:nvSpPr>
          <p:cNvPr id="37" name="Text 35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Stages Share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Artifacts — the key mechanism
</a:t>
            </a: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in a fresh workspace. To share files between stages, the checkout stage publishes the source code as an artifact, and downstream stages download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2871216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77240" y="28712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RepoCheckout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Publishes: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working directory → artifact named $(Build.Repository.Name)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0" y="2889504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149840" y="28895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 ↑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3310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artifact: infra-managment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↓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36118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29000" y="3685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Gitleaks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↓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36118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72200" y="3685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↓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78240" y="36118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915400" y="3685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3886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440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artifact: infra-managment (same artifact, all 4 download independently)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507992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77240" y="463600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77240" y="46360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UnitTests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45079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source → runs pytest → </a:t>
            </a:r>
            <a:r>
              <a:rPr lang="en-US" sz="10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coverage.xml as coverage-report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49840" y="4654296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149840" y="465429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 ↑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51937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77240" y="53035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$(Build.Repository.Name)  </a:t>
            </a: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the triggering repo's name at runtime — automatically named infra-managment for this repo, and payment-service for a different app repo using the same templates.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Integrations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group az-keyvault-authn linked to Key Vault. Secrets used only in PushImage and Deploy stages.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345643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Group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48056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4805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6791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Docker images tagged with $(Build.BuildId). Authenticated via az acr login after SP login.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480560" y="345643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480560" y="3456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Registry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046720" y="1691640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22960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2296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Kubernetes 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6791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aks get-credentials fetches kubeconfig. kubectl set image does rolling update with rollout status check.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229600" y="345643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29600" y="3456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04164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48640" y="4041648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31520" y="422452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315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and coverage gate. Currently condition: false. Enable by setting SONAR_HOST_URL + SONAR_TOKEN.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31520" y="58064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31520" y="5806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97680" y="404164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297680" y="4041648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480560" y="422452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48056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8056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scanner for Docker images. Downloaded via official install script. Blocks deploy on unfixed CRITICAL/HIGH.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4480560" y="58064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480560" y="5806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Gate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046720" y="4041648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8046720" y="4041648"/>
            <a:ext cx="3566160" cy="41148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229600" y="422452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AF0F5"/>
          </a:solidFill>
          <a:ln w="1270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2296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F6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4681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0" y="5029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3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Gitleaks, Bandit + Semgrep, pip-audit + Safety. All installed at runtime — no pre-installed dependencies.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8229600" y="580644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EAF0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8229600" y="5806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Tools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0" dirty="0"/>
          </a:p>
        </p:txBody>
      </p:sp>
      <p:sp>
        <p:nvSpPr>
          <p:cNvPr id="53" name="Text 51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REPO ONBOARDING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642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app repo in Azure DevOps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94767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same org (aec-infra). Any project works — central-controller is in project central-controller.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5328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azure-pipelines.yml with the resources block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81635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template — update IMAGE_NAME, CONTAINER_REGISTRY, APP_URL. Keep the central-controller reference unchanged.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4015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pipeline access to central-controller repo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prompts on first run — click "Permit" to allow reading templates from central-controller.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2702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az-keyvault-authn variable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5537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→ your pipeline → Edit → Variables → Variable groups. Grants PushImage/Deploy stages access to secrets.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51389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commit — pipeline runs automatically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42239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trigger: main fires on push. All 12 stages execute using the shared templates from central-controller.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146304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MINIMAL AZURE-PIPELINES.YML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06640" y="1737360"/>
            <a:ext cx="4343400" cy="4754880"/>
          </a:xfrm>
          <a:prstGeom prst="roundRect">
            <a:avLst>
              <a:gd name="adj" fmla="val 1684"/>
            </a:avLst>
          </a:prstGeom>
          <a:solidFill>
            <a:srgbClr val="EAF0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571232" y="1847088"/>
            <a:ext cx="40690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
- main
pr:
- main
pool:
  name: dev-aec-slave
</a:t>
            </a: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8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repositories:</a:t>
            </a:r>
            <a:endParaRPr lang="en-US" sz="8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repository: </a:t>
            </a:r>
            <a:endParaRPr lang="en-US" sz="8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central-controller
    type: git
    name: central-controller/central-controller
    ref: refs/heads/main
variables:
  IMAGE_NAME: your-app
  CONTAINER_REGISTRY: yourACR.azurecr.io
  APP_URL: http://your-app.example.com
  K8S_DEPLOYMENT: your-app
stages:</a:t>
            </a:r>
            <a:endParaRPr lang="en-US" sz="8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template: </a:t>
            </a:r>
            <a:endParaRPr lang="en-US" sz="8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7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ci-cd-pipeline/pipeline.yml@central-controller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0" dirty="0"/>
          </a:p>
        </p:txBody>
      </p:sp>
      <p:sp>
        <p:nvSpPr>
          <p:cNvPr id="28" name="Text 26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" cy="150876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logic lives in central-controller. Fix a security scan tool version once — all app repos pick it up on their next run.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864" cy="150876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28232" y="18562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vs runtime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${{ parameters.x }} is compile-time — resolved when the pipeline is assembled. $(variable) is runtime — resolved when the step executes.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864" cy="150876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04672" y="3547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bridge stages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3886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starts with an empty workspace. The checkout artifact is the shared state downloaded by every stage that needs the source.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72200" y="3383280"/>
            <a:ext cx="54864" cy="1508760"/>
          </a:xfrm>
          <a:prstGeom prst="rect">
            <a:avLst/>
          </a:prstGeom>
          <a:solidFill>
            <a:srgbClr val="2F6F9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28232" y="3547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for speed, serial for safety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3886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 run in parallel to save time. Build → scan → push → deploy → smoke is strictly serial — each gate must pass before the next.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F3F8"/>
          </a:solidFill>
          <a:ln w="12700">
            <a:solidFill>
              <a:srgbClr val="2F6F9F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58190" y="5119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2F6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4377" y="542258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Enable SonarQube (set SONAR_HOST_URL + SONAR_TOKEN)
→ Onboard additional app repos
→ Add environment-specific deploy stages (dev/staging/prod)
→ Add pipeline notifications (Teams/Slack)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11512" y="5120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>
                <a:solidFill>
                  <a:srgbClr val="2F6F9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0" dirty="0"/>
          </a:p>
        </p:txBody>
      </p:sp>
      <p:sp>
        <p:nvSpPr>
          <p:cNvPr id="24" name="Text 22"/>
          <p:cNvSpPr/>
          <p:nvPr/>
        </p:nvSpPr>
        <p:spPr>
          <a:xfrm>
            <a:off x="10725912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17</cp:revision>
  <dcterms:created xsi:type="dcterms:W3CDTF">2026-08-22T12:19:21Z</dcterms:created>
  <dcterms:modified xsi:type="dcterms:W3CDTF">2026-08-22T12:42:34Z</dcterms:modified>
</cp:coreProperties>
</file>